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HEALTHCONNECT EXPERIENCE LAB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Analytics &amp;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From tested findings to pilot-ready decisions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Track  |  AnalystLab Africa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0FD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Clinic-wide no-show rate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2,423 missed appointments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5,000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appointments waste capacity, delay care, and weaken the patient support experience.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needs to know where intervention will matter most.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HIGH-RISK COMBO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&gt; 45 days  AND  any previous no-show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0FDF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0FDFA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appointments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0FDF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no-shows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12801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0FDFA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1.56×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4944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vs overall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segment. High rate. Material share of the problem. Ready for action.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Upper-bound impact: If every no-show in this segment were prevented → clinic rate 48.5% → 45.4% (−3.0 pp)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TRUST THIS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KPIs and the Combo recalculate exactly from source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Split-half difference only 3.3 pp (pass threshold &lt; 5 pp)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supports 45-day cutoff as balanced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across appointment types; reminders still help inside (~8.5 pp)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volume accounts for 15.6% of all no-shows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Cross-track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Data Science for evaluation and pilot design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868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High-Risk Combo as the primary rules-based pilot flag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−3.0 pp as the upper-bound impact for pilot ROI discussions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48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evaluation metrics with Data Science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889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7889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Intensify reminders inside the High-Risk segment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best segment (Lead ≤7 &amp; Prev=0 at 21.8%) as benchmark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69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0690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over-claim overall reminder-channel impact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ANALYTICS CONNECTS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0FD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Data Science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High-Risk segment for evaluation and rules baseline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0FD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Project Management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impact numbers, and recommendations for pilot scoping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0FD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Overall solution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where to act, how large the opportunity is, how to measure success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STATUS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data only  •  Reminder missingness (~27%)  •  No external temporal validation  •  Marginal impact is an upper bound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2560320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STATUS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Package is complete.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tested. Recommendations decision-ready.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Cross-track inputs documented.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final integration and presentation.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high-risk rate → pilot-ready decision input.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contribution complete.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Data Analyst Intern  |  HealthConnect Experience Lab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 Week 8 – Final Analytics &amp; Decision Support</dc:title>
  <dc:subject>PptxGenJS Presentation</dc:subject>
  <dc:creator>Junior Data Analyst Intern – AnalystLab Africa</dc:creator>
  <cp:lastModifiedBy>Junior Data Analyst Intern – AnalystLab Africa</cp:lastModifiedBy>
  <cp:revision>1</cp:revision>
  <dcterms:created xsi:type="dcterms:W3CDTF">2026-09-26T15:22:46Z</dcterms:created>
  <dcterms:modified xsi:type="dcterms:W3CDTF">2026-09-26T15:22:46Z</dcterms:modified>
</cp:coreProperties>
</file>